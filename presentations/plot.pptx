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48617c61aabb31bcefab060bcef3a8a208292ca9.png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Plot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2023-04-07T14:58:01Z</dcterms:modified>
  <cp:category/>
</cp:coreProperties>
</file>