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Relationship Id="rId2" Type="http://schemas.openxmlformats.org/officeDocument/2006/relationships/image" Target="../media/59f713a4d095004d8711261f0c7c5c15a946d8a7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Plot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2023-08-24T18:45:10Z</dcterms:modified>
  <cp:category/>
</cp:coreProperties>
</file>