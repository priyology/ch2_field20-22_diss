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19115bdbc8851cb8c861e74d36e63accd312c1e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2023-05-08T22:03:03Z</dcterms:modified>
  <cp:category/>
</cp:coreProperties>
</file>