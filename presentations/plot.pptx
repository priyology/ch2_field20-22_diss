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Relationship Id="rId2" Type="http://schemas.openxmlformats.org/officeDocument/2006/relationships/image" Target="../media/1265393b13d6e55d2281b4a0b808b66eed471b5b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Plot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2023-08-05T10:25:34Z</dcterms:modified>
  <cp:category/>
</cp:coreProperties>
</file>