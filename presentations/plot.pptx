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slide" Target="slides/slide2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6a224bd5a73af4bef18814e4612fe04c9986aa58.png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9e8481acdb61c728e6a398372be2777dd590ef6f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2023-06-29T12:13:37Z</dcterms:modified>
  <cp:category/>
</cp:coreProperties>
</file>