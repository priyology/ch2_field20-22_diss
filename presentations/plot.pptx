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Relationship Id="rId2" Type="http://schemas.openxmlformats.org/officeDocument/2006/relationships/image" Target="../media/c1b3eb762ac34be97ec73c141a8b6787f89a5a83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Plot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2023-07-04T09:49:14Z</dcterms:modified>
  <cp:category/>
</cp:coreProperties>
</file>