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Relationship Id="rId2" Type="http://schemas.openxmlformats.org/officeDocument/2006/relationships/image" Target="../media/1d88ffeda88b15e6b26ec1ea58bc978f321b03a7.png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Plot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2023-04-07T21:01:52Z</dcterms:modified>
  <cp:category/>
</cp:coreProperties>
</file>