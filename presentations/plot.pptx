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a55269e16975b16e9b28bd088be0e5f8bfb638aa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2023-08-23T14:13:28Z</dcterms:modified>
  <cp:category/>
</cp:coreProperties>
</file>