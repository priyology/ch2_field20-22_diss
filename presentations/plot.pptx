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7122643f7528e065782ea8691c6fd0795ea28fc8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2023-06-29T16:54:08Z</dcterms:modified>
  <cp:category/>
</cp:coreProperties>
</file>