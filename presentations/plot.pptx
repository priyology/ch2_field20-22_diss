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662d21b1c8aa3cd8577eed632301af8997f50d36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Experiment Mortality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2023-08-22T13:29:36Z</dcterms:modified>
  <cp:category/>
</cp:coreProperties>
</file>