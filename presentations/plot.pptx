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a1a81f7c4e63a3225721c8c0eb99e27395c71d65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2023-08-23T11:15:43Z</dcterms:modified>
  <cp:category/>
</cp:coreProperties>
</file>