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364b25f146f45b8285e8ced8ea7fe138976add2e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2023-06-22T09:44:04Z</dcterms:modified>
  <cp:category/>
</cp:coreProperties>
</file>