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981bb713b1cfad5e626cea84eeeea8058a9567ce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2023-07-03T20:57:38Z</dcterms:modified>
  <cp:category/>
</cp:coreProperties>
</file>