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7407d3a0808e7f7059cc5f310214782497dcf4d8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Plot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2023-08-22T15:35:52Z</dcterms:modified>
  <cp:category/>
</cp:coreProperties>
</file>