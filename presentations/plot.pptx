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fe0bbc36475c2d94a224f1fc3c193a2852df4901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2023-04-07T13:27:56Z</dcterms:modified>
  <cp:category/>
</cp:coreProperties>
</file>