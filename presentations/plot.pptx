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fccd1f99f49b2da41148338373460165413e636d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2023-06-30T13:45:56Z</dcterms:modified>
  <cp:category/>
</cp:coreProperties>
</file>