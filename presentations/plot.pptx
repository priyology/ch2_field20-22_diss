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d8a81e9168720b0154244899909de038e3077849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Experiment Mortality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2023-08-22T10:25:24Z</dcterms:modified>
  <cp:category/>
</cp:coreProperties>
</file>