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aeb1f49359729542f8ccb3323dfb0a37abdbc05f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2023-07-03T16:42:26Z</dcterms:modified>
  <cp:category/>
</cp:coreProperties>
</file>