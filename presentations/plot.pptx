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c1633dc4b823e7defddb3b902f278b293f2654b5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2023-07-03T08:48:05Z</dcterms:modified>
  <cp:category/>
</cp:coreProperties>
</file>